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야간 시나리오 오검출률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오검출률(%)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기존</c:v>
                </c:pt>
                <c:pt idx="1">
                  <c:v>제안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8.4</c:v>
                </c:pt>
                <c:pt idx="1">
                  <c:v>7.4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발표자 노트: 출원 검토 일정은 10월 중 확정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센서 융합 인식 성능 개선 과제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3분기 진행 보고 (합성 예시 자료)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추진 일정 및 예산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3분기: 야간 주행 데이터 추가 수집 완료</a:t>
            </a:r>
          </a:p>
          <a:p>
            <a:r>
              <a:t>4분기: 통합 평가 및 최종 보고 예정</a:t>
            </a:r>
          </a:p>
          <a:p>
            <a:r>
              <a:t>예산 집행률 72%, 잔여 예산은 평가 장비 임차에 사용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제안 방식: 신뢰도 기반 가중치 조절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Radar confidence가 임계값보다 낮으면 camera feature의 가중치를 증가시킴</a:t>
            </a:r>
          </a:p>
          <a:p>
            <a:pPr lvl="1"/>
            <a:r>
              <a:t>임계값은 최근 N 프레임의 confidence 이동 평균으로 갱신</a:t>
            </a:r>
          </a:p>
          <a:p>
            <a:pPr lvl="1"/>
            <a:r>
              <a:t>신뢰도가 회복되면 이전 가중치로 단계적으로 복귀</a:t>
            </a:r>
          </a:p>
          <a:p>
            <a:r>
              <a:t>야간 평가에서 오검출이 기존 대비 12% 감소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모듈별 처리 방식 비교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모듈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처리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전처리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입력 프레임을 4x4 블록으로 나누고 블록별 노이즈 분산으로 필터 강도를 선택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신규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추적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기존 칼만 필터 유지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변경 없음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일정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10월 2주차 통합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융합 제어 구조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48640" y="1371600"/>
            <a:ext cx="7680960" cy="822960"/>
            <a:chOff x="548640" y="1371600"/>
            <a:chExt cx="7680960" cy="822960"/>
          </a:xfrm>
        </p:grpSpPr>
        <p:sp>
          <p:nvSpPr>
            <p:cNvPr id="4" name="Rectangle 3"/>
            <p:cNvSpPr/>
            <p:nvPr/>
          </p:nvSpPr>
          <p:spPr>
            <a:xfrm>
              <a:off x="548640" y="1371600"/>
              <a:ext cx="2194560" cy="82296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Radar 전처리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3291840" y="1371600"/>
              <a:ext cx="2194560" cy="82296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Confidence 추정기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6035040" y="1371600"/>
              <a:ext cx="2194560" cy="82296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가중치 제어기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754880" y="274320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Confidence 추정기 출력이 0.4 미만이면 가중치 제어기가 camera branch gain을 1.5배로 높인다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야간에는 카메라 인식 신뢰도가 감소하여 기존 고정 가중치 융합의 오검출이 늘어난다.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야간 오검출률 비교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향후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다음 분기에 센서 융합 성능 개선을 추진한다.</a:t>
            </a:r>
          </a:p>
          <a:p>
            <a:r>
              <a:rPr sz="2000"/>
              <a:t>주간 회의는 매주 화요일 오전에 진행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